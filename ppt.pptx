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8795-1735-0E1A-2840-ACFC3E980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D93FC-273F-966B-1F1B-1E56EEEE0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D2A32-8800-EEFA-EDF1-433FC207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ADB07-6E97-56E3-F1C0-5DE7FF1C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1480-C4BB-E1AE-9D96-F483972A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222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79A3-AB8B-D6F2-2D8C-C17D5A60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22D1-EA61-26F5-4D94-40450458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3B-E870-9CFD-9992-D3B23DAD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E02F-52FB-A21F-FF8D-B3C62176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5670-9718-D4CF-B26F-835A640C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105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6DD4-E922-0C40-1FCE-6C2C6AE7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9C648-6286-0748-B6C3-A2CBF12AF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73BD0-CC9B-1FA0-2E0B-67224C8E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AE1FA-8712-D7EE-052F-AE85D6C2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63A25-6F8C-1274-F679-549560AA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49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2EDB-57AA-17E0-8D0A-9DF9C7A7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4A58-DBFD-5440-5183-A8BF68811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CFFEB-50D2-8669-64A6-D9BD48E51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AE4BF-FD72-B3C0-7193-D4E4AAEC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FAB75-F5A2-F996-E080-5FEC840E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A9562-93A2-BA1B-DEAE-8F794A1C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452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051F-CA77-5E5C-C4B1-678B249E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B523A-9156-9526-78B4-C13F420BD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CD875-CF37-B86A-8244-136F29737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80D08-5A5B-5008-1D7E-71BDA8D6B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69E2A3-9AE4-D29C-978E-BB6903881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6D3EA-BFB2-3A12-F1DE-4F5D60F6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C29AC4-8882-3242-07B4-7FB7FD2C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FD701-F8BD-311E-F115-D2351A5D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695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3783-DC3F-C172-A66C-353647C4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E1B3F-E0BC-0669-10DD-6117124C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CE948-7BF7-95D0-5E58-B9251529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D0D12-B72A-97AF-60E6-912C62E4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974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40CE4-65D1-B57E-8E1F-A6A4F924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10BED-623D-2ABC-57D7-D8917996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93E5F-2E08-2A4A-A7A4-2280ABCD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358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6D04-3EAE-8094-0814-6C451723E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88C1-3BE4-BECC-DA5C-3AD10D39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3885F-3A3B-EEAB-E356-E98947E00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D11AA-C60C-8EAF-379B-D10DEBAC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90463-A5A8-CCBA-FEB8-57133BF2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6503C-EB97-F50F-F6EE-F76D78BC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655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19E4-4F04-116D-5BA4-14C292FE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87056-C018-6682-5744-D3377E1D2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6988-1DA8-63EB-9DCB-53486C35C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AA29A-45F1-2DFF-F42A-071A6529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B6D95-EB2F-F9B2-10D0-FA40D6A5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CA37D-6B30-551C-5345-60682398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6546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67F9-14C4-3446-98D3-D20C9677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8AD71-7A1F-FB1A-814A-2228BCC09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F600-7CDA-592A-A4B1-CC046845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9ADDB-80F7-E8AD-23AF-B369E226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2BA4-5C33-53B3-2773-28C6F318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40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52EAF-F574-4C4B-AF8F-43E461683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B9A1A-A109-5A91-C190-E62D74E29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79BE8-12E1-41CD-AB26-779DBE03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2D31B-3191-E6D9-300D-2A5CA858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6355D-37F0-3CFA-4A31-C3E7E024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227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2626F-D84F-4B4C-A431-21EC75A8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D0DD4-F288-9BD7-B305-B7A359E9E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DA4DD-F79F-4585-0DFE-E830E208F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D5BC4-A537-4D75-A6B4-9B4A9FDDFE0F}" type="datetimeFigureOut">
              <a:rPr lang="vi-VN" smtClean="0"/>
              <a:t>03/04/2026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CF432-2D9D-3F6D-6069-FACE3F6BE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0AAEF-9047-F7F7-EDA8-2611E7B8B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A36E8-52DC-418E-8A88-D47E7AA824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672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4A8B63-41EC-0F7D-38D9-3004A9378197}"/>
              </a:ext>
            </a:extLst>
          </p:cNvPr>
          <p:cNvSpPr/>
          <p:nvPr/>
        </p:nvSpPr>
        <p:spPr>
          <a:xfrm>
            <a:off x="1078200" y="897213"/>
            <a:ext cx="2317071" cy="530884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C9EBE-577E-FBA0-F561-E8ED2F99768C}"/>
              </a:ext>
            </a:extLst>
          </p:cNvPr>
          <p:cNvSpPr/>
          <p:nvPr/>
        </p:nvSpPr>
        <p:spPr>
          <a:xfrm>
            <a:off x="8029413" y="897213"/>
            <a:ext cx="2317071" cy="53088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09309-67E5-5AA2-6B1E-5DB02288BFEA}"/>
              </a:ext>
            </a:extLst>
          </p:cNvPr>
          <p:cNvSpPr/>
          <p:nvPr/>
        </p:nvSpPr>
        <p:spPr>
          <a:xfrm>
            <a:off x="5712342" y="897213"/>
            <a:ext cx="2317071" cy="53088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29AF11-1F08-F019-C544-86879E395218}"/>
              </a:ext>
            </a:extLst>
          </p:cNvPr>
          <p:cNvSpPr/>
          <p:nvPr/>
        </p:nvSpPr>
        <p:spPr>
          <a:xfrm>
            <a:off x="3395271" y="897213"/>
            <a:ext cx="2317071" cy="53088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2729B-F1A3-7867-535D-C0F420B0E3D0}"/>
              </a:ext>
            </a:extLst>
          </p:cNvPr>
          <p:cNvSpPr txBox="1"/>
          <p:nvPr/>
        </p:nvSpPr>
        <p:spPr>
          <a:xfrm>
            <a:off x="1166490" y="977680"/>
            <a:ext cx="214049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Thu thập và lưu trữ</a:t>
            </a:r>
            <a:endParaRPr lang="vi-VN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328EF6-BFF3-E08E-DF08-C08C3149D11A}"/>
              </a:ext>
            </a:extLst>
          </p:cNvPr>
          <p:cNvSpPr txBox="1"/>
          <p:nvPr/>
        </p:nvSpPr>
        <p:spPr>
          <a:xfrm>
            <a:off x="5712341" y="993497"/>
            <a:ext cx="231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Xây dựng mô hình</a:t>
            </a:r>
            <a:endParaRPr lang="vi-VN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14ED7-90C8-01ED-4F83-AEBC3CD910B4}"/>
              </a:ext>
            </a:extLst>
          </p:cNvPr>
          <p:cNvSpPr txBox="1"/>
          <p:nvPr/>
        </p:nvSpPr>
        <p:spPr>
          <a:xfrm>
            <a:off x="3395268" y="993497"/>
            <a:ext cx="231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Xử lý dữ liệu</a:t>
            </a:r>
            <a:endParaRPr lang="vi-VN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C5ED9C-C9C2-3357-F8F2-3F7B1172560A}"/>
              </a:ext>
            </a:extLst>
          </p:cNvPr>
          <p:cNvSpPr txBox="1"/>
          <p:nvPr/>
        </p:nvSpPr>
        <p:spPr>
          <a:xfrm>
            <a:off x="8029412" y="977680"/>
            <a:ext cx="231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Kết quả và ứng dụng</a:t>
            </a:r>
            <a:endParaRPr lang="vi-V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F50BF-99CD-7628-9DED-949A65C44B08}"/>
              </a:ext>
            </a:extLst>
          </p:cNvPr>
          <p:cNvSpPr/>
          <p:nvPr/>
        </p:nvSpPr>
        <p:spPr>
          <a:xfrm>
            <a:off x="1528877" y="168249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Thu thập dữ liệu </a:t>
            </a:r>
            <a:r>
              <a:rPr lang="en-US" err="1">
                <a:solidFill>
                  <a:schemeClr val="tx1"/>
                </a:solidFill>
              </a:rPr>
              <a:t>thô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C2473-6C0C-4498-B91C-2E7656F1E086}"/>
              </a:ext>
            </a:extLst>
          </p:cNvPr>
          <p:cNvSpPr/>
          <p:nvPr/>
        </p:nvSpPr>
        <p:spPr>
          <a:xfrm>
            <a:off x="1524104" y="3303701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Lưu trữ dữ liệu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F1177-5DC5-ADF0-1763-8FB2C92B124F}"/>
              </a:ext>
            </a:extLst>
          </p:cNvPr>
          <p:cNvSpPr/>
          <p:nvPr/>
        </p:nvSpPr>
        <p:spPr>
          <a:xfrm>
            <a:off x="1524103" y="492490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Kiểm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tính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nhất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quán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D60706-A03C-F3DD-DFBC-85F894F033D7}"/>
              </a:ext>
            </a:extLst>
          </p:cNvPr>
          <p:cNvSpPr/>
          <p:nvPr/>
        </p:nvSpPr>
        <p:spPr>
          <a:xfrm>
            <a:off x="3845948" y="1681102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Làm </a:t>
            </a:r>
            <a:r>
              <a:rPr lang="en-US" err="1">
                <a:solidFill>
                  <a:schemeClr val="tx1"/>
                </a:solidFill>
              </a:rPr>
              <a:t>sạch</a:t>
            </a:r>
            <a:r>
              <a:rPr lang="en-US">
                <a:solidFill>
                  <a:schemeClr val="tx1"/>
                </a:solidFill>
              </a:rPr>
              <a:t> và </a:t>
            </a:r>
            <a:r>
              <a:rPr lang="en-US" err="1">
                <a:solidFill>
                  <a:schemeClr val="tx1"/>
                </a:solidFill>
              </a:rPr>
              <a:t>xử</a:t>
            </a:r>
            <a:r>
              <a:rPr lang="en-US">
                <a:solidFill>
                  <a:schemeClr val="tx1"/>
                </a:solidFill>
              </a:rPr>
              <a:t> lý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0F65E7-A233-A2D8-32F4-0A1E22C3E09B}"/>
              </a:ext>
            </a:extLst>
          </p:cNvPr>
          <p:cNvSpPr/>
          <p:nvPr/>
        </p:nvSpPr>
        <p:spPr>
          <a:xfrm>
            <a:off x="6143012" y="3303701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Huấn luyện mô hình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F4341-8E09-8414-1E62-CACCFC998481}"/>
              </a:ext>
            </a:extLst>
          </p:cNvPr>
          <p:cNvSpPr/>
          <p:nvPr/>
        </p:nvSpPr>
        <p:spPr>
          <a:xfrm>
            <a:off x="6143014" y="168249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Lựa chọn thuật toán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A215C-E1E9-7FE2-DBAE-01E18B767E64}"/>
              </a:ext>
            </a:extLst>
          </p:cNvPr>
          <p:cNvSpPr/>
          <p:nvPr/>
        </p:nvSpPr>
        <p:spPr>
          <a:xfrm>
            <a:off x="6143012" y="492490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Đánh giá sai số 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269AC6-1E73-91EB-F4E6-193815C2F3C7}"/>
              </a:ext>
            </a:extLst>
          </p:cNvPr>
          <p:cNvSpPr/>
          <p:nvPr/>
        </p:nvSpPr>
        <p:spPr>
          <a:xfrm>
            <a:off x="3841175" y="3308247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Phân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tích</a:t>
            </a:r>
            <a:r>
              <a:rPr lang="en-US">
                <a:solidFill>
                  <a:schemeClr val="tx1"/>
                </a:solidFill>
              </a:rPr>
              <a:t> xu </a:t>
            </a:r>
            <a:r>
              <a:rPr lang="en-US" err="1">
                <a:solidFill>
                  <a:schemeClr val="tx1"/>
                </a:solidFill>
              </a:rPr>
              <a:t>hướng</a:t>
            </a:r>
            <a:r>
              <a:rPr lang="en-US">
                <a:solidFill>
                  <a:schemeClr val="tx1"/>
                </a:solidFill>
              </a:rPr>
              <a:t> và </a:t>
            </a:r>
            <a:r>
              <a:rPr lang="en-US" err="1">
                <a:solidFill>
                  <a:schemeClr val="tx1"/>
                </a:solidFill>
              </a:rPr>
              <a:t>mùa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vụ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482C82-D8DA-CD79-C16B-663D504655C4}"/>
              </a:ext>
            </a:extLst>
          </p:cNvPr>
          <p:cNvSpPr/>
          <p:nvPr/>
        </p:nvSpPr>
        <p:spPr>
          <a:xfrm>
            <a:off x="3845948" y="4950150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Chuẩn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hoá</a:t>
            </a:r>
            <a:r>
              <a:rPr lang="en-US">
                <a:solidFill>
                  <a:schemeClr val="tx1"/>
                </a:solidFill>
              </a:rPr>
              <a:t> dữ liệu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81215F-35DD-97B3-1310-F88ECDAFABE6}"/>
              </a:ext>
            </a:extLst>
          </p:cNvPr>
          <p:cNvSpPr/>
          <p:nvPr/>
        </p:nvSpPr>
        <p:spPr>
          <a:xfrm>
            <a:off x="8460085" y="168249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Dự báo nhu cầu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81BEA0-C5B9-0794-D380-645AEAFB963F}"/>
              </a:ext>
            </a:extLst>
          </p:cNvPr>
          <p:cNvSpPr/>
          <p:nvPr/>
        </p:nvSpPr>
        <p:spPr>
          <a:xfrm>
            <a:off x="8460083" y="3303701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Trực quan hoá daskboard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883223-868B-7B04-C018-F66E4BD4F35C}"/>
              </a:ext>
            </a:extLst>
          </p:cNvPr>
          <p:cNvSpPr/>
          <p:nvPr/>
        </p:nvSpPr>
        <p:spPr>
          <a:xfrm>
            <a:off x="8460082" y="4924906"/>
            <a:ext cx="1455725" cy="841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Đề xuất kế hoạch nhập hàng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F23805-056A-8ABF-6E15-2F9BB0F3633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2251967" y="2523744"/>
            <a:ext cx="4773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B45C9C-8691-4C28-35F6-1D5A6CC5C1A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2251966" y="4144949"/>
            <a:ext cx="1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4EA2816-CDCF-222B-77EE-8D68D0236A65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2979828" y="2101726"/>
            <a:ext cx="866120" cy="3243804"/>
          </a:xfrm>
          <a:prstGeom prst="bentConnector3">
            <a:avLst>
              <a:gd name="adj1" fmla="val 69426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FB13781-AEF5-9F48-82AF-F06874792C4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4569038" y="4149495"/>
            <a:ext cx="4773" cy="8006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01BABA-ABB0-5171-24C2-33758C012EE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4551419" y="2528290"/>
            <a:ext cx="17619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16F0CD5-6C42-3D33-BFA2-7409B669694B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 flipV="1">
            <a:off x="5301673" y="2103120"/>
            <a:ext cx="841341" cy="3267654"/>
          </a:xfrm>
          <a:prstGeom prst="bentConnector3">
            <a:avLst>
              <a:gd name="adj1" fmla="val 65651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6AE54D2-9DC3-75AE-67FF-4BDCE14B1711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 flipV="1">
            <a:off x="7598737" y="2103120"/>
            <a:ext cx="861348" cy="3242410"/>
          </a:xfrm>
          <a:prstGeom prst="bentConnector3">
            <a:avLst>
              <a:gd name="adj1" fmla="val 7293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8D854B-686A-3EC3-F391-2DBB7170372A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 flipH="1">
            <a:off x="6870875" y="2523744"/>
            <a:ext cx="2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F0405C9-44F1-145E-D69E-B98622684A4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6870875" y="4144949"/>
            <a:ext cx="0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635720-52D4-B812-11A3-0290800792B5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9187946" y="2523744"/>
            <a:ext cx="2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D043B60-7F9D-8FC4-260F-9AF06FDF27FC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9187945" y="4144949"/>
            <a:ext cx="1" cy="77995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01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lvinh5559@outlook.com</dc:creator>
  <cp:lastModifiedBy>lvinh5559@outlook.com</cp:lastModifiedBy>
  <cp:revision>1</cp:revision>
  <dcterms:created xsi:type="dcterms:W3CDTF">2026-04-03T08:09:51Z</dcterms:created>
  <dcterms:modified xsi:type="dcterms:W3CDTF">2026-04-03T15:26:33Z</dcterms:modified>
</cp:coreProperties>
</file>